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7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4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8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80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47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8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31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95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65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784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36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30E5D-3D2A-4004-8312-BF5C3E1A7CC9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15D0B14-3455-47F4-BC2B-1098F1CA204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87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324CA-D037-448C-8319-26F305419B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8717E2-5110-4D65-9BC9-7A02CC3E9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/>
              <a:t>PB21000002	</a:t>
            </a:r>
            <a:r>
              <a:rPr lang="zh-CN" altLang="en-US" dirty="0"/>
              <a:t>陈加木</a:t>
            </a:r>
          </a:p>
        </p:txBody>
      </p:sp>
    </p:spTree>
    <p:extLst>
      <p:ext uri="{BB962C8B-B14F-4D97-AF65-F5344CB8AC3E}">
        <p14:creationId xmlns:p14="http://schemas.microsoft.com/office/powerpoint/2010/main" val="320361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67061-E826-464A-B596-BEF48D7F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Generals.io</a:t>
            </a:r>
            <a:r>
              <a:rPr lang="zh-CN" altLang="en-US" dirty="0"/>
              <a:t>游戏设计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D6BEE-7A3A-4D3E-B3A2-164575D95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游戏介绍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Generals.io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是一个最近国内很流行的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游戏，游戏由普林斯顿大学的华人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victor </a:t>
            </a:r>
            <a:r>
              <a:rPr lang="en-US" altLang="zh-CN" sz="2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zhou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设计。进入到网址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generals.io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就可以玩，有几种模式，包括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ffa,1v1,2v2,custom game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1v1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游戏就是双人对战，双人要同时在不同电脑上进入到游戏。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501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CC4FD-2036-41A6-AC36-AA427DE4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F54BCB-C0EC-4474-8E0B-8A095F847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9FBB2A-5833-4747-AF0D-8D8FC967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890"/>
            <a:ext cx="12192000" cy="560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8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D40F-8111-43C4-B598-20E4B781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我的程序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6A044-6BE9-4CF8-9C56-53818C83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我的程序主要功能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播放音乐（可以自己随便选择）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可以设置地图的宽度，高度，和游戏的速度，城堡的数量，山的数量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有自我介绍，和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2048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游戏嵌在里面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可以自己命名玩家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generals.io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人机对战</a:t>
            </a: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有游戏的回放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400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E3106-B635-4B56-AA23-B98CF68B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8E80F1-84AC-4CC3-AD0E-63F52DB9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搞两个数组</a:t>
            </a:r>
            <a:r>
              <a:rPr lang="en-US" altLang="zh-CN" dirty="0"/>
              <a:t>a[100][100],b[100][100]</a:t>
            </a:r>
            <a:r>
              <a:rPr lang="zh-CN" altLang="en-US" dirty="0"/>
              <a:t>把地图存的放进去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每一步检查如果是家或者城堡就兵</a:t>
            </a:r>
            <a:r>
              <a:rPr lang="en-US" altLang="zh-CN" dirty="0"/>
              <a:t>++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如果对方或者自己被吃了就</a:t>
            </a:r>
            <a:r>
              <a:rPr lang="en-US" altLang="zh-CN" dirty="0"/>
              <a:t>exit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播放音乐</a:t>
            </a:r>
            <a:endParaRPr lang="en-US" altLang="zh-CN" dirty="0"/>
          </a:p>
          <a:p>
            <a:r>
              <a:rPr lang="zh-CN" altLang="en-US" dirty="0"/>
              <a:t>就是点击进去，检测鼠标是否点击，然后播放</a:t>
            </a:r>
            <a:endParaRPr lang="en-US" altLang="zh-CN" dirty="0"/>
          </a:p>
          <a:p>
            <a:r>
              <a:rPr lang="en-US" altLang="zh-CN" dirty="0"/>
              <a:t>5 </a:t>
            </a:r>
            <a:r>
              <a:rPr lang="zh-CN" altLang="en-US" dirty="0"/>
              <a:t>检测键盘是否点击了，如果是就执行操作</a:t>
            </a:r>
          </a:p>
        </p:txBody>
      </p:sp>
    </p:spTree>
    <p:extLst>
      <p:ext uri="{BB962C8B-B14F-4D97-AF65-F5344CB8AC3E}">
        <p14:creationId xmlns:p14="http://schemas.microsoft.com/office/powerpoint/2010/main" val="312868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21A30-1560-45ED-A514-3D57220B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BAC30-8C28-434D-B6D0-5A5F1FF3E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startup</a:t>
            </a:r>
            <a:r>
              <a:rPr lang="zh-CN" altLang="en-US" dirty="0"/>
              <a:t>（）</a:t>
            </a:r>
            <a:endParaRPr lang="en-US" altLang="zh-CN" dirty="0"/>
          </a:p>
          <a:p>
            <a:r>
              <a:rPr lang="zh-CN" altLang="en-US" dirty="0"/>
              <a:t>初始化程序</a:t>
            </a:r>
            <a:endParaRPr lang="en-US" altLang="zh-CN" dirty="0"/>
          </a:p>
          <a:p>
            <a:r>
              <a:rPr lang="en-US" altLang="zh-CN" dirty="0"/>
              <a:t> music</a:t>
            </a:r>
            <a:r>
              <a:rPr lang="zh-CN" altLang="en-US" dirty="0"/>
              <a:t>（）</a:t>
            </a:r>
            <a:endParaRPr lang="en-US" altLang="zh-CN" dirty="0"/>
          </a:p>
          <a:p>
            <a:r>
              <a:rPr lang="zh-CN" altLang="en-US" dirty="0"/>
              <a:t>播放音乐</a:t>
            </a:r>
            <a:endParaRPr lang="en-US" altLang="zh-CN" dirty="0"/>
          </a:p>
          <a:p>
            <a:r>
              <a:rPr lang="en-US" altLang="zh-CN" dirty="0"/>
              <a:t> print()</a:t>
            </a:r>
          </a:p>
          <a:p>
            <a:r>
              <a:rPr lang="zh-CN" altLang="en-US" dirty="0"/>
              <a:t>打印出地图</a:t>
            </a:r>
          </a:p>
        </p:txBody>
      </p:sp>
    </p:spTree>
    <p:extLst>
      <p:ext uri="{BB962C8B-B14F-4D97-AF65-F5344CB8AC3E}">
        <p14:creationId xmlns:p14="http://schemas.microsoft.com/office/powerpoint/2010/main" val="157432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8397D2-C6D8-4FA4-9707-A4894D72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380808-8D0D-41D6-B03E-17AB1483A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move()</a:t>
            </a:r>
          </a:p>
          <a:p>
            <a:r>
              <a:rPr lang="zh-CN" altLang="en-US" dirty="0"/>
              <a:t>移动自己的兵</a:t>
            </a:r>
            <a:r>
              <a:rPr lang="en-US" altLang="zh-CN" dirty="0"/>
              <a:t>,</a:t>
            </a:r>
            <a:r>
              <a:rPr lang="zh-CN" altLang="en-US" dirty="0"/>
              <a:t>进入队列</a:t>
            </a:r>
            <a:endParaRPr lang="en-US" altLang="zh-CN" dirty="0"/>
          </a:p>
          <a:p>
            <a:r>
              <a:rPr lang="en-US" altLang="zh-CN" dirty="0"/>
              <a:t> go()</a:t>
            </a:r>
          </a:p>
          <a:p>
            <a:r>
              <a:rPr lang="zh-CN" altLang="en-US" dirty="0"/>
              <a:t>从队列里拿出两个移动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636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FD298-AD2A-4076-A349-04B7AB4A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效果演示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643A0-D217-4DAE-9C86-8CA7FD264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AF6A6B-4CA5-4D35-82AB-1A478EF5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46" y="1391655"/>
            <a:ext cx="8981687" cy="512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2705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</TotalTime>
  <Words>262</Words>
  <Application>Microsoft Office PowerPoint</Application>
  <PresentationFormat>宽屏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Arial</vt:lpstr>
      <vt:lpstr>Gill Sans MT</vt:lpstr>
      <vt:lpstr>画廊</vt:lpstr>
      <vt:lpstr>大作业</vt:lpstr>
      <vt:lpstr>Generals.io游戏设计</vt:lpstr>
      <vt:lpstr>PowerPoint 演示文稿</vt:lpstr>
      <vt:lpstr>我的程序</vt:lpstr>
      <vt:lpstr>编程思路</vt:lpstr>
      <vt:lpstr>核心函数</vt:lpstr>
      <vt:lpstr>PowerPoint 演示文稿</vt:lpstr>
      <vt:lpstr>效果演示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大作业</dc:title>
  <dc:creator>chen zhigang</dc:creator>
  <cp:lastModifiedBy>chen zhigang</cp:lastModifiedBy>
  <cp:revision>2</cp:revision>
  <dcterms:created xsi:type="dcterms:W3CDTF">2021-12-15T11:27:35Z</dcterms:created>
  <dcterms:modified xsi:type="dcterms:W3CDTF">2021-12-15T12:19:31Z</dcterms:modified>
</cp:coreProperties>
</file>